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81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F107EB8-E684-4A80-BA66-03339C2B5682}" type="datetimeFigureOut">
              <a:rPr lang="es-PE" smtClean="0"/>
              <a:t>2/04/2026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61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2/04/2026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6499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2/04/2026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36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2/04/2026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8526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2/04/2026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16854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2/04/2026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9127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2/04/2026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5848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2/04/2026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63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2/04/2026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29450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2/04/2026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57621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EB8-E684-4A80-BA66-03339C2B5682}" type="datetimeFigureOut">
              <a:rPr lang="es-PE" smtClean="0"/>
              <a:t>2/04/2026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6305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F107EB8-E684-4A80-BA66-03339C2B5682}" type="datetimeFigureOut">
              <a:rPr lang="es-PE" smtClean="0"/>
              <a:t>2/04/2026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AD4E2DC2-0064-4431-8A46-91BA22EA56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195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C59FA-3654-29F0-3906-7AA8DF0EC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7751576" cy="2971801"/>
          </a:xfrm>
        </p:spPr>
        <p:txBody>
          <a:bodyPr>
            <a:normAutofit fontScale="90000"/>
          </a:bodyPr>
          <a:lstStyle/>
          <a:p>
            <a:r>
              <a:rPr lang="es-MX" dirty="0"/>
              <a:t>TEMA: LEAN CANVAS  </a:t>
            </a:r>
            <a:r>
              <a:rPr lang="es-MX" b="1" dirty="0"/>
              <a:t>SISTEMA DE GESTIÓN DE Veterinaria</a:t>
            </a:r>
            <a:endParaRPr lang="es-PE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9868B8-2A78-B052-DA03-5048B3616F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Pertenece a: HINOSTROZA MORENO WILLY MICHAEL</a:t>
            </a:r>
          </a:p>
          <a:p>
            <a:r>
              <a:rPr lang="es-MX" dirty="0"/>
              <a:t>Curso: Curso Integrador I: Sistemas Software- Sección 19668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341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807B9-BE44-7787-967E-49A52232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969000"/>
            <a:ext cx="11355387" cy="785905"/>
          </a:xfrm>
        </p:spPr>
        <p:txBody>
          <a:bodyPr>
            <a:noAutofit/>
          </a:bodyPr>
          <a:lstStyle/>
          <a:p>
            <a:r>
              <a:rPr lang="es-MX" sz="2800" dirty="0"/>
              <a:t>LEAN CANVAS - EMPRESA: SISTEMA DE GESTIÓN DE VETERINARIA</a:t>
            </a:r>
            <a:endParaRPr lang="es-PE" sz="28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8F001A6-A5AA-4CD4-BE85-F83AB83CC6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03095"/>
            <a:ext cx="11923059" cy="596920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E1A357E-9379-AD64-9C49-AE5035C0FC8D}"/>
              </a:ext>
            </a:extLst>
          </p:cNvPr>
          <p:cNvSpPr/>
          <p:nvPr/>
        </p:nvSpPr>
        <p:spPr>
          <a:xfrm>
            <a:off x="286871" y="1183341"/>
            <a:ext cx="2097741" cy="24652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Desorden en historias clínicas y pérdida de información.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Falta de seguimiento en calendarios de vacunación/desparasitación.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Dificultad para controlar el inventario de medicamentos y productos.</a:t>
            </a:r>
            <a:endParaRPr lang="es-PE" sz="1100" dirty="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88D662A-3ED3-FE09-B5F0-FD77591EEDE6}"/>
              </a:ext>
            </a:extLst>
          </p:cNvPr>
          <p:cNvSpPr/>
          <p:nvPr/>
        </p:nvSpPr>
        <p:spPr>
          <a:xfrm>
            <a:off x="286871" y="3953435"/>
            <a:ext cx="2162188" cy="9880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Registros manuales.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Hojas de Cálculo.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Software genérico de punto de venta.</a:t>
            </a:r>
          </a:p>
          <a:p>
            <a:endParaRPr lang="es-ES" sz="1100" dirty="0">
              <a:solidFill>
                <a:sysClr val="windowText" lastClr="0000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2E24760-3EE5-DD20-E28F-0A1777750980}"/>
              </a:ext>
            </a:extLst>
          </p:cNvPr>
          <p:cNvSpPr/>
          <p:nvPr/>
        </p:nvSpPr>
        <p:spPr>
          <a:xfrm>
            <a:off x="2683708" y="919289"/>
            <a:ext cx="2097741" cy="1703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Módulo de Historias Clínicas Digitales (acceso rápido).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Sistema de citas con recordatorios automáticos vía WhatsApp/Email.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Control de inventario con alertas de stock bajo.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1822852-6B96-8B74-3A0C-62C50B596D48}"/>
              </a:ext>
            </a:extLst>
          </p:cNvPr>
          <p:cNvSpPr/>
          <p:nvPr/>
        </p:nvSpPr>
        <p:spPr>
          <a:xfrm>
            <a:off x="2592495" y="3666566"/>
            <a:ext cx="2097741" cy="12748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Tasa de cancelación de suscripciones.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Ingreso promedio por cliente a lo largo del tiempo.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Cuánto cuesta atraer una nueva clínica.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0E1327E-6898-A7AD-DC20-6DE57E51E934}"/>
              </a:ext>
            </a:extLst>
          </p:cNvPr>
          <p:cNvSpPr/>
          <p:nvPr/>
        </p:nvSpPr>
        <p:spPr>
          <a:xfrm>
            <a:off x="4951413" y="1554017"/>
            <a:ext cx="2097741" cy="1703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Un software integral que automatiza recordatorios, centraliza historiales médicos y optimiza las ventas en tiempo real. Podríamos decir que “Se tiene el control total de tu clínica en una sola pantalla"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B816806-695A-88D6-C053-33372223B90A}"/>
              </a:ext>
            </a:extLst>
          </p:cNvPr>
          <p:cNvSpPr/>
          <p:nvPr/>
        </p:nvSpPr>
        <p:spPr>
          <a:xfrm>
            <a:off x="5014906" y="3648635"/>
            <a:ext cx="2097741" cy="9880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Software que optimiza la salud de tus pacientes y la rentabilidad de tu clínica con gestión inteligente de historias y citas.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820C0CC-2A18-3FD0-7884-1B1FED9232BF}"/>
              </a:ext>
            </a:extLst>
          </p:cNvPr>
          <p:cNvSpPr/>
          <p:nvPr/>
        </p:nvSpPr>
        <p:spPr>
          <a:xfrm>
            <a:off x="7386169" y="1183341"/>
            <a:ext cx="2097741" cy="1604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Interfaz </a:t>
            </a:r>
            <a:r>
              <a:rPr lang="es-ES" sz="1100" dirty="0" err="1">
                <a:solidFill>
                  <a:sysClr val="windowText" lastClr="000000"/>
                </a:solidFill>
              </a:rPr>
              <a:t>ultra-intuitiva</a:t>
            </a:r>
            <a:r>
              <a:rPr lang="es-ES" sz="1100" dirty="0">
                <a:solidFill>
                  <a:sysClr val="windowText" lastClr="000000"/>
                </a:solidFill>
              </a:rPr>
              <a:t> (fácil de usar).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Integración directa con proveedores de insumos locales para pedidos automáticos.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DCE539A-FA06-22A4-CD80-6560DE623CD1}"/>
              </a:ext>
            </a:extLst>
          </p:cNvPr>
          <p:cNvSpPr/>
          <p:nvPr/>
        </p:nvSpPr>
        <p:spPr>
          <a:xfrm>
            <a:off x="9653874" y="1635106"/>
            <a:ext cx="2097741" cy="15104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Dueños de clínicas veterinarias pequeñas y medianas.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Administradores de centros de salud animal.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6875B03-B388-967A-222D-F4043E4A0BC5}"/>
              </a:ext>
            </a:extLst>
          </p:cNvPr>
          <p:cNvSpPr/>
          <p:nvPr/>
        </p:nvSpPr>
        <p:spPr>
          <a:xfrm>
            <a:off x="9807388" y="3428999"/>
            <a:ext cx="2097741" cy="12076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Veterinarias independientes que aún usan registros en papel o Excel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152FA19-EA2E-4E5B-E660-D0A4A78EBD06}"/>
              </a:ext>
            </a:extLst>
          </p:cNvPr>
          <p:cNvSpPr/>
          <p:nvPr/>
        </p:nvSpPr>
        <p:spPr>
          <a:xfrm>
            <a:off x="2338566" y="5100375"/>
            <a:ext cx="3624186" cy="8845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Desarrollo y mantenimiento de software (servidores AWS/Azure).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Gastos de marketing y ventas.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Soporte técnico al cliente.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720DFDB-CAA3-CA10-C824-A75FF12C136A}"/>
              </a:ext>
            </a:extLst>
          </p:cNvPr>
          <p:cNvSpPr/>
          <p:nvPr/>
        </p:nvSpPr>
        <p:spPr>
          <a:xfrm>
            <a:off x="8280943" y="5115042"/>
            <a:ext cx="3624186" cy="841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Suscripción mensual/anual (Soporte y mantenimiento).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Cobro por implementación y capacitación inicial.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Comisiones por módulos adicionales (ej. módulo de facturación electrónica).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F46A98C-7D89-81DA-07F0-7C26764C0803}"/>
              </a:ext>
            </a:extLst>
          </p:cNvPr>
          <p:cNvSpPr/>
          <p:nvPr/>
        </p:nvSpPr>
        <p:spPr>
          <a:xfrm>
            <a:off x="7374320" y="3717906"/>
            <a:ext cx="2163380" cy="1281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Venta directa (demos).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Publicidad en redes sociales (LinkedIn y Facebook </a:t>
            </a:r>
            <a:r>
              <a:rPr lang="es-ES" sz="1100" dirty="0" err="1">
                <a:solidFill>
                  <a:sysClr val="windowText" lastClr="000000"/>
                </a:solidFill>
              </a:rPr>
              <a:t>Ads</a:t>
            </a:r>
            <a:r>
              <a:rPr lang="es-ES" sz="1100" dirty="0">
                <a:solidFill>
                  <a:sysClr val="windowText" lastClr="000000"/>
                </a:solidFill>
              </a:rPr>
              <a:t>).</a:t>
            </a:r>
          </a:p>
          <a:p>
            <a:pPr marL="228600" indent="-228600">
              <a:buFont typeface="+mj-lt"/>
              <a:buAutoNum type="arabicPeriod"/>
            </a:pPr>
            <a:r>
              <a:rPr lang="es-ES" sz="1100" dirty="0">
                <a:solidFill>
                  <a:sysClr val="windowText" lastClr="000000"/>
                </a:solidFill>
              </a:rPr>
              <a:t>Participación en congresos y ferias de salud animal.</a:t>
            </a:r>
          </a:p>
        </p:txBody>
      </p:sp>
    </p:spTree>
    <p:extLst>
      <p:ext uri="{BB962C8B-B14F-4D97-AF65-F5344CB8AC3E}">
        <p14:creationId xmlns:p14="http://schemas.microsoft.com/office/powerpoint/2010/main" val="4067530981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Base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80</TotalTime>
  <Words>305</Words>
  <Application>Microsoft Office PowerPoint</Application>
  <PresentationFormat>Panorámica</PresentationFormat>
  <Paragraphs>32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4" baseType="lpstr">
      <vt:lpstr>Corbel</vt:lpstr>
      <vt:lpstr>Base</vt:lpstr>
      <vt:lpstr>TEMA: LEAN CANVAS  SISTEMA DE GESTIÓN DE Veterinaria</vt:lpstr>
      <vt:lpstr>LEAN CANVAS - EMPRESA: SISTEMA DE GESTIÓN DE VETERINARIA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 - WILLY MICHAEL HINOSTROZA MORENO</dc:creator>
  <cp:lastModifiedBy>ALUMNO - WILLY MICHAEL HINOSTROZA MORENO</cp:lastModifiedBy>
  <cp:revision>4</cp:revision>
  <dcterms:created xsi:type="dcterms:W3CDTF">2026-04-01T11:36:15Z</dcterms:created>
  <dcterms:modified xsi:type="dcterms:W3CDTF">2026-04-02T22:32:58Z</dcterms:modified>
</cp:coreProperties>
</file>