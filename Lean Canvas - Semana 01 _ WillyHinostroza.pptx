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395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85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279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311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283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146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878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068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709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37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3668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465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8737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3364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5550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1432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02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F107EB8-E684-4A80-BA66-03339C2B5682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0028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C59FA-3654-29F0-3906-7AA8DF0EC2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TEMA: LEAN CANVAS  </a:t>
            </a:r>
            <a:r>
              <a:rPr lang="es-MX" b="1" dirty="0"/>
              <a:t>TAMBO</a:t>
            </a:r>
            <a:endParaRPr lang="es-PE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9868B8-2A78-B052-DA03-5048B3616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Pertenece a: HINOSTROZA MORENO WILLY MICHAEL</a:t>
            </a:r>
          </a:p>
          <a:p>
            <a:r>
              <a:rPr lang="es-MX" dirty="0"/>
              <a:t>Curso: Curso Integrador I: Sistemas Software- Sección 19668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341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807B9-BE44-7787-967E-49A52232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5969000"/>
            <a:ext cx="8534400" cy="785905"/>
          </a:xfrm>
        </p:spPr>
        <p:txBody>
          <a:bodyPr/>
          <a:lstStyle/>
          <a:p>
            <a:r>
              <a:rPr lang="es-MX" dirty="0"/>
              <a:t>LEAN CANVAS - Empresa: TAMBO</a:t>
            </a:r>
            <a:endParaRPr lang="es-PE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F001A6-A5AA-4CD4-BE85-F83AB83CC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88" y="103095"/>
            <a:ext cx="11969577" cy="593911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E1A357E-9379-AD64-9C49-AE5035C0FC8D}"/>
              </a:ext>
            </a:extLst>
          </p:cNvPr>
          <p:cNvSpPr/>
          <p:nvPr/>
        </p:nvSpPr>
        <p:spPr>
          <a:xfrm>
            <a:off x="286871" y="1183341"/>
            <a:ext cx="2097741" cy="24652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Falta de tiendas limpias y seguras con atención 24/7 o extendida. 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Precios elevados en otras tiendas de conveniencia.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Poca variedad de comida lista para consumir.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Muchas promociones.</a:t>
            </a:r>
            <a:endParaRPr lang="es-PE" sz="11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8D662A-3ED3-FE09-B5F0-FD77591EEDE6}"/>
              </a:ext>
            </a:extLst>
          </p:cNvPr>
          <p:cNvSpPr/>
          <p:nvPr/>
        </p:nvSpPr>
        <p:spPr>
          <a:xfrm>
            <a:off x="286871" y="3953435"/>
            <a:ext cx="2162188" cy="9880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Bodegas de barrio.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Tiendas de conveniencia en gasolineras (Oxxo, Listos).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2E24760-3EE5-DD20-E28F-0A1777750980}"/>
              </a:ext>
            </a:extLst>
          </p:cNvPr>
          <p:cNvSpPr/>
          <p:nvPr/>
        </p:nvSpPr>
        <p:spPr>
          <a:xfrm>
            <a:off x="2683708" y="919289"/>
            <a:ext cx="2097741" cy="17038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Red amplia de tiendas pequeñas y mejor posicionadas geográficamente.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Oferta mixta: abarrotes + comida rápida (empanadas, pizzas, combos).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Procesos de pago rápidos.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822852-6B96-8B74-3A0C-62C50B596D48}"/>
              </a:ext>
            </a:extLst>
          </p:cNvPr>
          <p:cNvSpPr/>
          <p:nvPr/>
        </p:nvSpPr>
        <p:spPr>
          <a:xfrm>
            <a:off x="2592495" y="3666566"/>
            <a:ext cx="2097741" cy="127488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Venta promedio por ticket.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Tráfico por persona por tienda.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Rotación de productos perecederos (comida).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0E1327E-6898-A7AD-DC20-6DE57E51E934}"/>
              </a:ext>
            </a:extLst>
          </p:cNvPr>
          <p:cNvSpPr/>
          <p:nvPr/>
        </p:nvSpPr>
        <p:spPr>
          <a:xfrm>
            <a:off x="4951413" y="1554017"/>
            <a:ext cx="2097741" cy="17038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Ofrecer productos de primera necesidad, bebidas y comida rápida con precios de "bodega" pero con la experiencia de una tienda moderna. 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Las personas se sienten bien comprando en estos lugares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B816806-695A-88D6-C053-33372223B90A}"/>
              </a:ext>
            </a:extLst>
          </p:cNvPr>
          <p:cNvSpPr/>
          <p:nvPr/>
        </p:nvSpPr>
        <p:spPr>
          <a:xfrm>
            <a:off x="5014906" y="3648635"/>
            <a:ext cx="2097741" cy="9880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Tienda moderna y estructurada con valor o semejanza internacional, con productos peruanos que se consumo día a día.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820C0CC-2A18-3FD0-7884-1B1FED9232BF}"/>
              </a:ext>
            </a:extLst>
          </p:cNvPr>
          <p:cNvSpPr/>
          <p:nvPr/>
        </p:nvSpPr>
        <p:spPr>
          <a:xfrm>
            <a:off x="7386169" y="1183341"/>
            <a:ext cx="2097741" cy="16042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Ubicaciones estratégicas (esquinas de alto flujo).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Marca fuertemente posicionada en el joven peruano.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Gran capacidad de negociación con proveedores locales.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DCE539A-FA06-22A4-CD80-6560DE623CD1}"/>
              </a:ext>
            </a:extLst>
          </p:cNvPr>
          <p:cNvSpPr/>
          <p:nvPr/>
        </p:nvSpPr>
        <p:spPr>
          <a:xfrm>
            <a:off x="9653874" y="1635106"/>
            <a:ext cx="2097741" cy="15104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Jóvenes universitarios y trabajadores (18-35 años).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Personas que transitan por zonas de alto flujo peatonal.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Público que busca snacks o bebidas de último minuto.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6875B03-B388-967A-222D-F4043E4A0BC5}"/>
              </a:ext>
            </a:extLst>
          </p:cNvPr>
          <p:cNvSpPr/>
          <p:nvPr/>
        </p:nvSpPr>
        <p:spPr>
          <a:xfrm>
            <a:off x="9807388" y="3428999"/>
            <a:ext cx="2097741" cy="12076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Tambo vende a “todos", pero, exclusivamente para gente con poco tiempo y presupuesto </a:t>
            </a:r>
            <a:r>
              <a:rPr lang="es-ES" sz="1100">
                <a:solidFill>
                  <a:sysClr val="windowText" lastClr="000000"/>
                </a:solidFill>
              </a:rPr>
              <a:t>ajustado..</a:t>
            </a:r>
            <a:endParaRPr lang="es-ES" sz="11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52FA19-EA2E-4E5B-E660-D0A4A78EBD06}"/>
              </a:ext>
            </a:extLst>
          </p:cNvPr>
          <p:cNvSpPr/>
          <p:nvPr/>
        </p:nvSpPr>
        <p:spPr>
          <a:xfrm>
            <a:off x="2246262" y="5072480"/>
            <a:ext cx="3624186" cy="8845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800" dirty="0">
                <a:solidFill>
                  <a:sysClr val="windowText" lastClr="000000"/>
                </a:solidFill>
              </a:rPr>
              <a:t>Alquileres: Costo elevado por ubicaciones en esquinas y zonas premium.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800" dirty="0">
                <a:solidFill>
                  <a:sysClr val="windowText" lastClr="000000"/>
                </a:solidFill>
              </a:rPr>
              <a:t>Personal: Planilla de atención al cliente en múltiples turnos.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800" dirty="0">
                <a:solidFill>
                  <a:sysClr val="windowText" lastClr="000000"/>
                </a:solidFill>
              </a:rPr>
              <a:t>Logística: Distribución diaria de productos frescos y abarrotes.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800" dirty="0">
                <a:solidFill>
                  <a:sysClr val="windowText" lastClr="000000"/>
                </a:solidFill>
              </a:rPr>
              <a:t>Marketing: Campañas digitales y promociones constantes “los llamados combos”.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720DFDB-CAA3-CA10-C824-A75FF12C136A}"/>
              </a:ext>
            </a:extLst>
          </p:cNvPr>
          <p:cNvSpPr/>
          <p:nvPr/>
        </p:nvSpPr>
        <p:spPr>
          <a:xfrm>
            <a:off x="8280943" y="5097112"/>
            <a:ext cx="3624186" cy="8415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800" dirty="0">
                <a:solidFill>
                  <a:sysClr val="windowText" lastClr="000000"/>
                </a:solidFill>
              </a:rPr>
              <a:t>Venta directa: Margen sobre productos de consumo masivo (bebidas, snacks, cigarros).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800" dirty="0">
                <a:solidFill>
                  <a:sysClr val="windowText" lastClr="000000"/>
                </a:solidFill>
              </a:rPr>
              <a:t>Venta de comida preparada: Mayor margen en combos de comida rápida.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800" dirty="0">
                <a:solidFill>
                  <a:sysClr val="windowText" lastClr="000000"/>
                </a:solidFill>
              </a:rPr>
              <a:t>Servicios adicionales: Cobro de servicios (luz, agua) y recargas, que generan tráfico, aunque el margen sea bajo.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F46A98C-7D89-81DA-07F0-7C26764C0803}"/>
              </a:ext>
            </a:extLst>
          </p:cNvPr>
          <p:cNvSpPr/>
          <p:nvPr/>
        </p:nvSpPr>
        <p:spPr>
          <a:xfrm>
            <a:off x="7320530" y="3717906"/>
            <a:ext cx="2097741" cy="12076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Tiendas físicas (puntos de venta directos). 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Apps de </a:t>
            </a:r>
            <a:r>
              <a:rPr lang="es-ES" sz="1100" dirty="0" err="1">
                <a:solidFill>
                  <a:sysClr val="windowText" lastClr="000000"/>
                </a:solidFill>
              </a:rPr>
              <a:t>delivery</a:t>
            </a:r>
            <a:r>
              <a:rPr lang="es-ES" sz="1100" dirty="0">
                <a:solidFill>
                  <a:sysClr val="windowText" lastClr="000000"/>
                </a:solidFill>
              </a:rPr>
              <a:t> (</a:t>
            </a:r>
            <a:r>
              <a:rPr lang="es-ES" sz="1100" dirty="0" err="1">
                <a:solidFill>
                  <a:sysClr val="windowText" lastClr="000000"/>
                </a:solidFill>
              </a:rPr>
              <a:t>Rappi</a:t>
            </a:r>
            <a:r>
              <a:rPr lang="es-ES" sz="1100" dirty="0">
                <a:solidFill>
                  <a:sysClr val="windowText" lastClr="000000"/>
                </a:solidFill>
              </a:rPr>
              <a:t>, </a:t>
            </a:r>
            <a:r>
              <a:rPr lang="es-ES" sz="1100" dirty="0" err="1">
                <a:solidFill>
                  <a:sysClr val="windowText" lastClr="000000"/>
                </a:solidFill>
              </a:rPr>
              <a:t>PedidosYa</a:t>
            </a:r>
            <a:r>
              <a:rPr lang="es-ES" sz="1100" dirty="0">
                <a:solidFill>
                  <a:sysClr val="windowText" lastClr="000000"/>
                </a:solidFill>
              </a:rPr>
              <a:t>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Redes sociales (marketing digital agresivo).</a:t>
            </a:r>
          </a:p>
        </p:txBody>
      </p:sp>
    </p:spTree>
    <p:extLst>
      <p:ext uri="{BB962C8B-B14F-4D97-AF65-F5344CB8AC3E}">
        <p14:creationId xmlns:p14="http://schemas.microsoft.com/office/powerpoint/2010/main" val="4067530981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</TotalTime>
  <Words>365</Words>
  <Application>Microsoft Office PowerPoint</Application>
  <PresentationFormat>Panorámica</PresentationFormat>
  <Paragraphs>36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Sector</vt:lpstr>
      <vt:lpstr>TEMA: LEAN CANVAS  TAMBO</vt:lpstr>
      <vt:lpstr>LEAN CANVAS - Empresa: TAMBO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WILLY MICHAEL HINOSTROZA MORENO</dc:creator>
  <cp:lastModifiedBy>OSVER</cp:lastModifiedBy>
  <cp:revision>3</cp:revision>
  <dcterms:created xsi:type="dcterms:W3CDTF">2026-04-01T11:36:15Z</dcterms:created>
  <dcterms:modified xsi:type="dcterms:W3CDTF">2026-04-01T23:02:42Z</dcterms:modified>
</cp:coreProperties>
</file>